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54864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58368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83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5F4FF"/>
                </a:solidFill>
              </a:rPr>
              <a:t>HAK TEAM PRESENTS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5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FESTIVAL</a:t>
            </a:r>
            <a:endParaRPr lang="en-US" sz="6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5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CINE IA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500" kern="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BUENOS AIRES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03504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spc="500" kern="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4297680"/>
            <a:ext cx="8229600" cy="22860"/>
          </a:xfrm>
          <a:prstGeom prst="rect">
            <a:avLst/>
          </a:prstGeom>
          <a:solidFill>
            <a:srgbClr val="A855F7">
              <a:alpha val="50000"/>
            </a:srgbClr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40740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A09CC0"/>
                </a:solidFill>
              </a:rPr>
              <a:t>IA · CINE · INDUSTRIA AUDIOVISUAL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0E2A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56032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75488"/>
            <a:ext cx="137160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F4FF"/>
                </a:solidFill>
              </a:rPr>
              <a:t>¿QUÉ ES?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Festival de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Cine IA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5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Buenos Aires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6060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0BBDC"/>
                </a:solidFill>
              </a:rPr>
              <a:t>El Festival de Cine IA Buenos Aires es una plataforma que integra inteligencia artificial generativa en la industria cinematográfica y audiovisual. Combina capacitaciones, pitches, feria de negocios y proyecciones en un único evento de alto impacto, con conexión directa a Ventana Sur, el mercado audiovisual más importante de Latinoamérica.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4114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D0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¿Cuál es el futuro de la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D0E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 audiovisual?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457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82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E2A"/>
                </a:solidFill>
              </a:rPr>
              <a:t>IA Generativa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6A"/>
                </a:solidFill>
              </a:rPr>
              <a:t>Las herramientas como Runway, Midjourney y ElevenLabs están redefiniendo la producción audiovisual desde el guion hasta la postproducción.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743200"/>
            <a:ext cx="4572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E2A"/>
                </a:solidFill>
              </a:rPr>
              <a:t>Democratización creativa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063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6A"/>
                </a:solidFill>
              </a:rPr>
              <a:t>El costo de producir contenido de alta calidad se reduce drásticamente, abriendo la industria a nuevos creadores y regiones.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3840480"/>
            <a:ext cx="45720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877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0E2A"/>
                </a:solidFill>
              </a:rPr>
              <a:t>Nuevos modelos de negocio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160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4A6A"/>
                </a:solidFill>
              </a:rPr>
              <a:t>Plataformas globales como Netflix, Prime Video y Warner demandan contenido en escala. La IA es la herramienta para producir más, mejor y más rápido.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155448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F4FF"/>
                </a:solidFill>
              </a:rPr>
              <a:t>OBJETIVOS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4023360" cy="1005840"/>
          </a:xfrm>
          <a:prstGeom prst="rect">
            <a:avLst/>
          </a:prstGeom>
          <a:solidFill>
            <a:srgbClr val="1313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960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7512" y="1307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4FF"/>
                </a:solidFill>
              </a:rPr>
              <a:t>Crear un entorno educativo en IA generativa para profesionales del cine y la comunicación.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868680"/>
            <a:ext cx="4023360" cy="1005840"/>
          </a:xfrm>
          <a:prstGeom prst="rect">
            <a:avLst/>
          </a:prstGeom>
          <a:solidFill>
            <a:srgbClr val="1313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56632" y="960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56632" y="1307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4FF"/>
                </a:solidFill>
              </a:rPr>
              <a:t>Democratizar el acceso a herramientas de IA en la industria audiovisual argentina.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4023360" cy="1005840"/>
          </a:xfrm>
          <a:prstGeom prst="rect">
            <a:avLst/>
          </a:prstGeom>
          <a:solidFill>
            <a:srgbClr val="1313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" y="2496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4FF"/>
                </a:solidFill>
              </a:rPr>
              <a:t>Brindar un espacio de distribución y pitch de proyectos cinematográficos con 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057400"/>
            <a:ext cx="4023360" cy="1005840"/>
          </a:xfrm>
          <a:prstGeom prst="rect">
            <a:avLst/>
          </a:prstGeom>
          <a:solidFill>
            <a:srgbClr val="1313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56632" y="2496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4FF"/>
                </a:solidFill>
              </a:rPr>
              <a:t>Fomentar producciones regionales y conectarlas con el mercado global a través de Ventana Sur.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3291840"/>
            <a:ext cx="9144000" cy="105156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BBF24"/>
                </a:solidFill>
              </a:rPr>
              <a:t>VENTANA SUR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CBFF"/>
                </a:solidFill>
              </a:rPr>
              <a:t>El mercado audiovisual más importante de Latinoamérica. Más de 3.000 compradores y vendedores de contenidos del mundo, incluyendo Netflix, Warner y Prime Video. El Festival de Cine IA Buenos Aires se posiciona como puerta de entrada a este ecosistema para productoras impulsadas por inteligencia artificial.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407408"/>
            <a:ext cx="2743200" cy="640080"/>
          </a:xfrm>
          <a:prstGeom prst="rect">
            <a:avLst/>
          </a:prstGeom>
          <a:solidFill>
            <a:srgbClr val="1A104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462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97316"/>
                </a:solidFill>
              </a:rPr>
              <a:t>AI Film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97316"/>
                </a:solidFill>
              </a:rPr>
              <a:t>Festival (Runway)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44622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09CC0"/>
                </a:solidFill>
              </a:rPr>
              <a:t>Festival pionero de cine nativo en IA, referente global en narrativa generativa.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3280" y="4407408"/>
            <a:ext cx="2743200" cy="640080"/>
          </a:xfrm>
          <a:prstGeom prst="rect">
            <a:avLst/>
          </a:prstGeom>
          <a:solidFill>
            <a:srgbClr val="1A104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4462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97316"/>
                </a:solidFill>
              </a:rPr>
              <a:t>Cannes Film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97316"/>
                </a:solidFill>
              </a:rPr>
              <a:t>Festival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44622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09CC0"/>
                </a:solidFill>
              </a:rPr>
              <a:t>Incorporó la categoría AI Craft, consolidando la IA como disciplina legítima.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4407408"/>
            <a:ext cx="2743200" cy="640080"/>
          </a:xfrm>
          <a:prstGeom prst="rect">
            <a:avLst/>
          </a:prstGeom>
          <a:solidFill>
            <a:srgbClr val="1A104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4462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97316"/>
                </a:solidFill>
              </a:rPr>
              <a:t>Dubai AI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97316"/>
                </a:solidFill>
              </a:rPr>
              <a:t>Film Festival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44622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09CC0"/>
                </a:solidFill>
              </a:rPr>
              <a:t>Plataforma regional de innovación audiovisual para la economía creativa.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E2A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200" kern="0" dirty="0">
                <a:solidFill>
                  <a:srgbClr val="F5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LO LLEVAMOS A CABO?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517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F4FF"/>
                </a:solidFill>
              </a:rPr>
              <a:t>AUDIENCIA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EFEC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82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0E2A"/>
                </a:solidFill>
              </a:rPr>
              <a:t>🎬  Profesionales audiovisuales y de comunicación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EFEC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0E2A"/>
                </a:solidFill>
              </a:rPr>
              <a:t>🎓  Estudiantes universitarios y recién graduados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18211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EFEC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0E2A"/>
                </a:solidFill>
              </a:rPr>
              <a:t>💻  Desarrolladores y startups de tecnología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986784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EFEC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96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0E2A"/>
                </a:solidFill>
              </a:rPr>
              <a:t>💡  Inversores y productoras nacionales/internacionales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65176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5F4FF"/>
                </a:solidFill>
              </a:rPr>
              <a:t>PROGRAMA DE ENTRENAMIENTO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3756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060"/>
                </a:solidFill>
              </a:rPr>
              <a:t>Capacitaciones intensivas en herramientas de IA generativa para la producción audiovisual: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2121408"/>
            <a:ext cx="45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130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ChatGPT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3008" y="23225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080"/>
                </a:solidFill>
              </a:rPr>
              <a:t>Guion y desarrollo de contenido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37560" y="2606040"/>
            <a:ext cx="45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6151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Midjourney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93008" y="28072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080"/>
                </a:solidFill>
              </a:rPr>
              <a:t>Concept art y storyboarding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37560" y="3090672"/>
            <a:ext cx="45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099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Runway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93008" y="3291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080"/>
                </a:solidFill>
              </a:rPr>
              <a:t>Generación y edición de video con IA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3575304"/>
            <a:ext cx="45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35844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ElevenLabs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93008" y="3776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080"/>
                </a:solidFill>
              </a:rPr>
              <a:t>Síntesis de voz y producción de audio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37560" y="4059936"/>
            <a:ext cx="45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40690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Suno / Adobe Firefly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93008" y="426110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080"/>
                </a:solidFill>
              </a:rPr>
              <a:t>Música generativa y creatividad visual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37560" y="4544568"/>
            <a:ext cx="45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4553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Gemini / Google AI Studio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93008" y="474573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6080"/>
                </a:solidFill>
              </a:rPr>
              <a:t>Integración avanzada de flujos de trabajo IA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1097280"/>
            <a:ext cx="2651760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0E2A"/>
                </a:solidFill>
              </a:rPr>
              <a:t>PLATAFORMA DE INDUSTRIA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63640" y="157276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BEC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636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Convocatoria abierta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18470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4800"/>
                </a:solidFill>
              </a:rPr>
              <a:t>Recepción de obras audiovisuales creadas con IA producidas durante el ciclo de capacitaciones.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237744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BEC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4414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Feria de Pitches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2651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4800"/>
                </a:solidFill>
              </a:rPr>
              <a:t>Presentación de proyectos ante inversores nacionales e internacionales y ruedas de negocios.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63640" y="318211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BEC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32461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Conferencias de expertos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3456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4800"/>
                </a:solidFill>
              </a:rPr>
              <a:t>Referentes globales de IA y audiovisual compartirán tendencias y experiencias de la industria.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63640" y="3986784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BEC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40507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E2A"/>
                </a:solidFill>
              </a:rPr>
              <a:t>Networking estratégico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42611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4800"/>
                </a:solidFill>
              </a:rPr>
              <a:t>Conexión entre productoras, distribuidoras, plataformas y proveedores de tecnología.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1371600"/>
            <a:ext cx="6400800" cy="6400800"/>
          </a:xfrm>
          <a:prstGeom prst="ellipse">
            <a:avLst/>
          </a:prstGeom>
          <a:solidFill>
            <a:srgbClr val="7C3AED">
              <a:alpha val="14000"/>
            </a:srgbClr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20116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F4FF"/>
                </a:solidFill>
              </a:rPr>
              <a:t>EL DÍA DEL FESTIVAL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corazón del evento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09CC0"/>
                </a:solidFill>
              </a:rPr>
              <a:t>Un festival de una semana en Buenos Aires con convocatoria internacional de obras audiovisuales generadas con IA. Proyecciones públicas, premiación oficial y cierre institucional.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3977640" cy="1207008"/>
          </a:xfrm>
          <a:prstGeom prst="rect">
            <a:avLst/>
          </a:prstGeom>
          <a:solidFill>
            <a:srgbClr val="0D0E2A"/>
          </a:solidFill>
          <a:ln w="889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76272"/>
            <a:ext cx="39776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286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3042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F"/>
                </a:solidFill>
              </a:rPr>
              <a:t>Convocatoria Global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26517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CC0"/>
                </a:solidFill>
              </a:rPr>
              <a:t>Obras audiovisuales creadas con IA de todo el mundo. Categorías: cortometrajes, largometrajes, formatos experimentales y nuevos creadores.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3977640" cy="1207008"/>
          </a:xfrm>
          <a:prstGeom prst="rect">
            <a:avLst/>
          </a:prstGeom>
          <a:solidFill>
            <a:srgbClr val="0D0E2A"/>
          </a:solidFill>
          <a:ln w="889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2176272"/>
            <a:ext cx="39776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286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23042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F"/>
                </a:solidFill>
              </a:rPr>
              <a:t>Proyecciones y Muestras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5192" y="26517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CC0"/>
                </a:solidFill>
              </a:rPr>
              <a:t>Funciones públicas curadas que celebran la intersección entre inteligencia artificial y arte cinematográfico.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547872"/>
            <a:ext cx="3977640" cy="1207008"/>
          </a:xfrm>
          <a:prstGeom prst="rect">
            <a:avLst/>
          </a:prstGeom>
          <a:solidFill>
            <a:srgbClr val="0D0E2A"/>
          </a:solidFill>
          <a:ln w="889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547872"/>
            <a:ext cx="39776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6576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675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F"/>
                </a:solidFill>
              </a:rPr>
              <a:t>Premios Oficiales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" y="4023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CC0"/>
                </a:solidFill>
              </a:rPr>
              <a:t>Reconocimiento económico a la creatividad, innovación y excelencia técnica. Incentivos para proyectos ganadores de pitches.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547872"/>
            <a:ext cx="3977640" cy="1207008"/>
          </a:xfrm>
          <a:prstGeom prst="rect">
            <a:avLst/>
          </a:prstGeom>
          <a:solidFill>
            <a:srgbClr val="0D0E2A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547872"/>
            <a:ext cx="3977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0808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36576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3675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4FF"/>
                </a:solidFill>
              </a:rPr>
              <a:t>Conexión Internacional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4023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9CC0"/>
                </a:solidFill>
              </a:rPr>
              <a:t>Proyección hacia Ventana Sur y otros mercados globales. Visibilidad para productoras y creadores de la región.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Festival de Cine IA - Buenos Aires 2027</dc:title>
  <dc:subject>PptxGenJS Presentation</dc:subject>
  <dc:creator>PptxGenJS</dc:creator>
  <cp:lastModifiedBy>PptxGenJS</cp:lastModifiedBy>
  <cp:revision>1</cp:revision>
  <dcterms:created xsi:type="dcterms:W3CDTF">2026-05-15T21:12:40Z</dcterms:created>
  <dcterms:modified xsi:type="dcterms:W3CDTF">2026-05-15T21:12:40Z</dcterms:modified>
</cp:coreProperties>
</file>